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01" y="189069"/>
            <a:ext cx="5697397" cy="16312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89438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Innamuri Sai Ram – VTU24835 – Reg.No:23UECS0741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 B.E.,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M.Tech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 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494570" y="7074217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SDG 4 – Quality Education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4343400" y="5640579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E7B7AD-934D-6FB2-EAC6-A6772A6F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817589"/>
            <a:ext cx="14478000" cy="665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learning environment, online assessments play a key role in evaluating knowledge.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systems often lack automation and certification features.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an automated quiz platform with instant evaluation.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certificates in PDF format after successful completion.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and ensures accuracy.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educational institutions and online learning platforms.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results and feedback to users.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as a dynamic web application using modern technologies.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0500" y="5619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631311-F5E1-A19B-3309-2B81C8B9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9092" y="1982349"/>
            <a:ext cx="14554200" cy="5184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quiz systems require manual evaluation and certification.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certificate generation increases workload.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do not provide real-time results and feedback.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user data and quiz records manually is inefficient and time-consuming.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centralized systems to store and track quiz performance.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issues arise due to improper user authentication and session handling.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are not scalable for large numbers of users.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C89D4-98E1-2D29-C628-84EC8CD28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863" y="1994570"/>
            <a:ext cx="14859000" cy="5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automated quiz system with real-time evaluation using PHP and MySQL.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PDF certificate generation and improve efficiency in quiz management and result processing.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user authentication and maintain data integrity using session management.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interface for easy quiz access and performance tracking.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66EEA-FFAE-9A1D-D1F5-0EA7A42FF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600" y="1448257"/>
            <a:ext cx="152400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automated quiz platform accessible through any web browser without installation.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login securely, and attempt quizzes anytime from anywhere.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are stored in MySQL database and fetched dynamically based on selected quiz.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evaluates answers instantly and provides real-time score calculation.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certificates automatically for users who meet the qualification criteria.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panel allows managing questions, users, quiz categories, and results efficiently.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session management using PHP ensures user authentication and data protection.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efficiency, accuracy, scalability, and provides a user-friendly experience.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3DDDB-FDA4-21A4-3D23-D07DA208E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" t="13967" r="3571" b="3931"/>
          <a:stretch>
            <a:fillRect/>
          </a:stretch>
        </p:blipFill>
        <p:spPr>
          <a:xfrm>
            <a:off x="2971800" y="1393605"/>
            <a:ext cx="12804823" cy="7499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238B6-0477-A59D-2429-3A773FBEE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08" b="25952"/>
          <a:stretch>
            <a:fillRect/>
          </a:stretch>
        </p:blipFill>
        <p:spPr>
          <a:xfrm>
            <a:off x="1889629" y="2682147"/>
            <a:ext cx="15420630" cy="5812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51096" y="1512496"/>
            <a:ext cx="15082325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(Core PHP)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MySQL(Database Connectivity)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(Apache + MySQL Server)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</a:t>
            </a: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oftware: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57400" y="1076288"/>
            <a:ext cx="15082325" cy="886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authentication using secure session 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and attempt quizzes.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quiz selection and dynamically loads questions from the database.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quiz flow including start, navigation, and submission of answers.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Evaluation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user answers instantly and calculates scores in real-time.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responses and results in the database for future reference.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Certificate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certificates automatically for qualified users.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download certificates and view past results.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4859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229EE1C2-1767-9932-3C49-3FD77C8F5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07232"/>
            <a:ext cx="13030200" cy="757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system with minimal human intervention.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result generation with real-time evaluation.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PDF certificate generation for successful users.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saves time for administrators.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or local server (XAMPP) setup.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predefined questions.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user interface, can be enhanced for better experience.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 or performance tracking features.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841</Words>
  <Application>Microsoft Office PowerPoint</Application>
  <PresentationFormat>Custom</PresentationFormat>
  <Paragraphs>264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Gotham</vt:lpstr>
      <vt:lpstr>Gotham Bold Italics</vt:lpstr>
      <vt:lpstr>Bookman Old Style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SAIRAM</dc:creator>
  <cp:lastModifiedBy>sairam innamuri</cp:lastModifiedBy>
  <cp:revision>12</cp:revision>
  <dcterms:created xsi:type="dcterms:W3CDTF">2006-08-16T00:00:00Z</dcterms:created>
  <dcterms:modified xsi:type="dcterms:W3CDTF">2026-03-21T09:54:12Z</dcterms:modified>
  <dc:identifier>DAHCaYqJ9OU</dc:identifier>
</cp:coreProperties>
</file>