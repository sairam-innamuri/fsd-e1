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301" y="189069"/>
            <a:ext cx="5697397" cy="16312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89438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ENGINE WITH PDF CERTIFICATION GENERATION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Innamuri Sai Ram – VTU24835 – Reg.No:23UECS0741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 B.E.,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M.Tech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., Ph.D.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494570" y="7074217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SDG: SDG 4 – Quality Education</a:t>
            </a:r>
            <a:endParaRPr lang="en-IN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4343400" y="5640579"/>
            <a:ext cx="1508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E7B7AD-934D-6FB2-EAC6-A6772A6FA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817589"/>
            <a:ext cx="14478000" cy="665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learning environment, online assessments play a key role in evaluating knowledge.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quiz systems often lack automation and certification features.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an automated quiz platform with instant evaluation.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certificates in PDF format after successful completion.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and ensures accuracy.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educational institutions and online learning platforms.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results and feedback to users.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as a dynamic web application using modern technologies.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90500" y="5619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631311-F5E1-A19B-3309-2B81C8B9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092" y="1982349"/>
            <a:ext cx="14554200" cy="5184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quiz systems require manual evaluation and certification.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automated certificate generation increases workload.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platforms do not provide real-time results and feedback.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user data and quiz records manually is inefficient and time-consuming.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centralized systems to store and track quiz performance.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issues arise due to improper user authentication and session handling.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are not scalable for large numbers of users.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C89D4-98E1-2D29-C628-84EC8CD28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863" y="1994570"/>
            <a:ext cx="14859000" cy="5174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automated quiz system with real-time evaluation using PHP and MySQL.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PDF certificate generation and improve efficiency in quiz management and result processing.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user authentication and maintain data integrity using session management.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interface for easy quiz access and performance tracking.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F66EEA-FFAE-9A1D-D1F5-0EA7A42FF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600" y="1448257"/>
            <a:ext cx="15240000" cy="739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automated quiz platform accessible through any web browser without installation.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register, login securely, and attempt quizzes anytime from anywhere.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Questions are stored in MySQL database and fetched dynamically based on selected quiz.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evaluates answers instantly and provides real-time score calculation.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PDF certificates automatically for users who meet the qualification criteria.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panel allows managing questions, users, quiz categories, and results efficiently.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session management using PHP ensures user authentication and data protection.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efficiency, accuracy, scalability, and provides a user-friendly experience.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33DDDB-FDA4-21A4-3D23-D07DA208E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" t="13967" r="3571" b="3931"/>
          <a:stretch>
            <a:fillRect/>
          </a:stretch>
        </p:blipFill>
        <p:spPr>
          <a:xfrm>
            <a:off x="2971800" y="1393605"/>
            <a:ext cx="12804823" cy="7499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2238B6-0477-A59D-2429-3A773FBEE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08" b="25952"/>
          <a:stretch>
            <a:fillRect/>
          </a:stretch>
        </p:blipFill>
        <p:spPr>
          <a:xfrm>
            <a:off x="1889629" y="2682147"/>
            <a:ext cx="15420630" cy="58125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51096" y="1512496"/>
            <a:ext cx="15082325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(Core PHP)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MySQL(Database Connectivity)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(Apache + MySQL Server)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Notepad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(Chrome)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4GB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oftware: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57400" y="1076288"/>
            <a:ext cx="15082325" cy="8867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authentication using secure session management.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can access and attempt quizzes.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Quiz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quiz selection and dynamically loads questions from the database.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quiz flow including start, navigation, and submission of answers.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Evaluation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user answers instantly and calculates scores in real-time.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responses and results in the database for future reference.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Certificate Generation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PDF certificates automatically for qualified users.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download certificates and view past results.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31AD40-3D85-EE60-3D73-B055BB6AE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0" t="27392" r="35362" b="3708"/>
          <a:stretch>
            <a:fillRect/>
          </a:stretch>
        </p:blipFill>
        <p:spPr>
          <a:xfrm>
            <a:off x="1981201" y="1509447"/>
            <a:ext cx="2948554" cy="401505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5C4B83F-8BA7-5E73-9EAA-1A168C1E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620" y="1907207"/>
            <a:ext cx="12299680" cy="2692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page of the quiz system where users enter email and password to access quizzes.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secure and user-friendly interface with option for new users to register.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C5E8B1-9B69-FE4E-8C0D-0EE43EDD58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t="17915" r="37818"/>
          <a:stretch>
            <a:fillRect/>
          </a:stretch>
        </p:blipFill>
        <p:spPr>
          <a:xfrm>
            <a:off x="14528291" y="4599739"/>
            <a:ext cx="2731009" cy="5318791"/>
          </a:xfrm>
          <a:prstGeom prst="rect">
            <a:avLst/>
          </a:prstGeom>
        </p:spPr>
      </p:pic>
      <p:sp>
        <p:nvSpPr>
          <p:cNvPr id="35" name="Rectangle 2">
            <a:extLst>
              <a:ext uri="{FF2B5EF4-FFF2-40B4-BE49-F238E27FC236}">
                <a16:creationId xmlns:a16="http://schemas.microsoft.com/office/drawing/2014/main" id="{5A1EFD3B-8B2E-6D4F-67BE-44E16996B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543459"/>
            <a:ext cx="11049000" cy="3338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Page: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 where new users can create an account by entering personal details like name, email, and password.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user signup with password confirmation and provides option to login for existing users. 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E8C88-A78D-D6AC-5F26-B93ECD324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1" t="10237" r="24329" b="1914"/>
          <a:stretch>
            <a:fillRect/>
          </a:stretch>
        </p:blipFill>
        <p:spPr>
          <a:xfrm>
            <a:off x="11125200" y="1253254"/>
            <a:ext cx="5905500" cy="813075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4A73EC7-1FB3-A51A-07A1-80C133EA0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3911" y="1791334"/>
            <a:ext cx="9069137" cy="5277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Page: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page displaying quiz categories, rules, and options for users to select and start different quizzes.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interactive interface with multiple quiz topics and shows important instructions before attempting the quiz.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user information and allows easy navigation with options like logout and dashboard access.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ED4C02-719D-0C41-5E44-5A11A6C56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4438" y="1984757"/>
            <a:ext cx="5824862" cy="679438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0610DC4-E87C-8396-FCAD-5368CB66F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050" y="2108363"/>
            <a:ext cx="9416596" cy="4631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 Page: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 page displaying questions with multiple-choice options, along with a timer and progress indicator.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navigate between questions and submit answers for evaluation.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progress tracking and smooth navigation using Next and Previous buttons.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EB97B-A60C-F315-B721-5A743199C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1" r="7725" b="18301"/>
          <a:stretch>
            <a:fillRect/>
          </a:stretch>
        </p:blipFill>
        <p:spPr>
          <a:xfrm>
            <a:off x="10938984" y="2337307"/>
            <a:ext cx="6320316" cy="571500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96D87C1-8683-1F93-C141-CAA77FD93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050" y="1850012"/>
            <a:ext cx="8921141" cy="4803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Page: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page displaying the user’s score, percentage, and performance badge based on quiz results.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option to download or print the PDF certificate and navigate back to dashboard.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quiz completion summary with total questions, correct answers, and overall performance.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229EE1C2-1767-9932-3C49-3FD77C8F5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407232"/>
            <a:ext cx="13030200" cy="7575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system with minimal human intervention.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result generation with real-time evaluation.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PDF certificate generation for successful users.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saves time for administrators.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or local server (XAMPP) setup.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predefined questions.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user interface, can be enhanced for better experience.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analytics or performance tracking features.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1022</Words>
  <Application>Microsoft Office PowerPoint</Application>
  <PresentationFormat>Custom</PresentationFormat>
  <Paragraphs>229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Bookman Old Style</vt:lpstr>
      <vt:lpstr>Arial</vt:lpstr>
      <vt:lpstr>Calibri</vt:lpstr>
      <vt:lpstr>Gotham</vt:lpstr>
      <vt:lpstr>Times New Roman</vt:lpstr>
      <vt:lpstr>Cambria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SAIRAM</dc:creator>
  <cp:lastModifiedBy>sairam innamuri</cp:lastModifiedBy>
  <cp:revision>17</cp:revision>
  <dcterms:created xsi:type="dcterms:W3CDTF">2006-08-16T00:00:00Z</dcterms:created>
  <dcterms:modified xsi:type="dcterms:W3CDTF">2026-03-23T16:44:13Z</dcterms:modified>
  <dc:identifier>DAHCaYqJ9OU</dc:identifier>
</cp:coreProperties>
</file>