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03" y="185861"/>
            <a:ext cx="5505357" cy="15762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- 2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25589" y="605790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SMART CAMPUS EVENT MANAGEMENT SYSTEM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16140" y="7774636"/>
            <a:ext cx="95455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 UDAY KUMR – VTU26529 – Reg.No.23UECS1179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92397" y="7818586"/>
            <a:ext cx="72194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</a:t>
            </a:r>
            <a:r>
              <a:rPr lang="en-IN" sz="3200" dirty="0" err="1"/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000203" y="710986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20275" y="2082230"/>
            <a:ext cx="15468600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campus events manually can lead to confusion, missed registrations, and poor coordination.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colleges, organizing workshops, seminars, and events efficiently is very important.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Smart Campus Event Management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upcoming events, register, and provide feedback easily.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events through a centralized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 and CRUD operations.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381000" y="49496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7C3B1A-3007-79E5-C27E-32BCA1F973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81562" y="1699570"/>
            <a:ext cx="1423185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management of campus events often leads to errors and miscommunication.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may miss important event updates due to lack of a centralized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Registration processes are not organized and can lead to data loss.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Event details are not easily accessible to all students.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events manually becomes time-consuming for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feedback collection affects event improvement.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event information dynamically.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absence of a digital system reduces efficiency and coordination.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66454"/>
            <a:ext cx="14478000" cy="685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Smart Campus Event Management System for efficient event handling.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upcoming events in a centralized platform.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register for events easily through an online system.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feedback mechanism for improving event quality.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admins to create, update, and delete event details.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all event and registration data in a structured database.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event organizers.  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increase system efficiency.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62419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7667E-A2C0-244E-7A94-532E1EFEE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41462"/>
            <a:ext cx="15880098" cy="685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Smart Campus Event Management System developed using Spring      Boot,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MySQL.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upcoming events and access event details in a centralized platform.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register for events and provide feedback through online forms.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Admins can create, update, and delete event information dynamically using the system.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event, registration, and feedback data are securely stored in a MySQL database.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administrators. 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to manual systems, it is more reliable, organized, and scalable.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Edited login module diagram">
            <a:extLst>
              <a:ext uri="{FF2B5EF4-FFF2-40B4-BE49-F238E27FC236}">
                <a16:creationId xmlns:a16="http://schemas.microsoft.com/office/drawing/2014/main" id="{291F5384-B72A-E8E4-F298-DC9D7807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16586"/>
            <a:ext cx="11944350" cy="807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84524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6D2FB-9495-F844-E2B5-A02CBB925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943100"/>
            <a:ext cx="14396216" cy="7519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39785" y="1262395"/>
            <a:ext cx="1541951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 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0" y="28358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76975" y="1058782"/>
            <a:ext cx="15082325" cy="906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for admin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to admin features.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 new events with name, department, type, and date.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Update and delete events using CRUD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students to browse upcoming events.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View event details using MVC pages and REST APIs.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 Registration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Students can register for events with form validation.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Search events based on date, department, and type.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Displays filtered results dynamically.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university ID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BC32B-5AC6-F138-CE5C-CD236F10D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84" y="3587644"/>
            <a:ext cx="5000625" cy="59055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7D28E85-1837-7428-3A86-CC76CEDA1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521" y="4423879"/>
            <a:ext cx="10239375" cy="482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4" y="1809095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a list of upcoming events with complete details such as ID, title, description, department, type, and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search bar to filter events based on department (e.g., CSE, IT) for quick access.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actions like Edit and Delete, and student actions like Register for Event and Give Feedback after the event.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00506-41A1-9FB4-0F79-AF72CC78C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907" y="3983373"/>
            <a:ext cx="9515197" cy="59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to modify existing event details such as title, description, department, type, and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Pre-filled form fields display current event information for easy editing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single action button to submit and save the updated event details.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BAD32-D833-BC21-F6D6-4D539A70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614444"/>
            <a:ext cx="9629775" cy="607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students to submit feedback for a specific event by entering their name and event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text area for users to write detailed feedback about their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Includes a submission button to send and store feedback in the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F877B-31EA-C984-1463-35ECCAFA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869" y="4042921"/>
            <a:ext cx="10482262" cy="551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-27432" y="50162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2119086" y="1696180"/>
            <a:ext cx="14049828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 CRUD functionality for event management.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admin access using basic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storing events and registrations.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event search using filters (date, department, type).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design without advanced styling or responsive layout.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email or notification system for event updates.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authentication (only basic admin login, no role-based access).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and database configuration.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1164</Words>
  <Application>Microsoft Office PowerPoint</Application>
  <PresentationFormat>Custom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Bookman Old Style</vt:lpstr>
      <vt:lpstr>Calibri</vt:lpstr>
      <vt:lpstr>Wingdings</vt:lpstr>
      <vt:lpstr>Gotham</vt:lpstr>
      <vt:lpstr>Cambria</vt:lpstr>
      <vt:lpstr>Gotham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sairam innamuri</cp:lastModifiedBy>
  <cp:revision>32</cp:revision>
  <dcterms:created xsi:type="dcterms:W3CDTF">2006-08-16T00:00:00Z</dcterms:created>
  <dcterms:modified xsi:type="dcterms:W3CDTF">2026-05-05T03:27:55Z</dcterms:modified>
  <dc:identifier>DAHCaYqJ9OU</dc:identifier>
</cp:coreProperties>
</file>